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731520"/>
            <a:ext cx="1737360" cy="1737360"/>
          </a:xfrm>
          <a:prstGeom prst="ellipse">
            <a:avLst/>
          </a:prstGeom>
          <a:solidFill>
            <a:srgbClr val="007A3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7772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PesaSkill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→ Income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 Marketplace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Secure M-Pesa Escrow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0" y="2423160"/>
            <a:ext cx="1097280" cy="54864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606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"Empowering students to turn skills into income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using mobile money."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7490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Escrow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7490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M-Pesa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37490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Match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46920" y="37490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964692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Trusted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663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Deck  •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Skills.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Way to Earn.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938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Infrastructure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26771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lack access to banking — M-Pesa is their only financial tool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949440" y="1938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Between Strangers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26771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fear paying upfront; sellers fear doing work for free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97280" y="3355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Discovery Platform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6850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Talented students in Ethiopia, Kenya &amp; East Africa are invisible online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24612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3355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Economy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6850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of East African youth are unemployed despite having marketable skills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88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PesaSkill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digital marketplace where students offer micro-services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 paid securely via M-Pesa escrow.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88920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402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3310128"/>
            <a:ext cx="777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securely until buyer confirms work is 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103120"/>
            <a:ext cx="2788920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2402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Payments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3310128"/>
            <a:ext cx="777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 Push + B2C payout via Safaricom Ethiopia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2788920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2402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0936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3310128"/>
            <a:ext cx="7772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recommendations, price suggestions &amp; freelancer matching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9720" y="2103120"/>
            <a:ext cx="2788920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22402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28116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Ratings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195560" y="3310128"/>
            <a:ext cx="777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reviews, reputation scores &amp; dispute resolution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eliminate trust issues using an escrow system powered by M-Pesa."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88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Escrow 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965960" y="2331720"/>
            <a:ext cx="32004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22128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12724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 Push sent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M-Pesa phone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2331720"/>
            <a:ext cx="32004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2128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155448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0A65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88920" y="1691640"/>
            <a:ext cx="731520" cy="7315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8" name="Text 16"/>
          <p:cNvSpPr/>
          <p:nvPr/>
        </p:nvSpPr>
        <p:spPr>
          <a:xfrm>
            <a:off x="27889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8600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in Escrow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12724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held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2331720"/>
            <a:ext cx="32004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2128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155448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69164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29768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0" y="312724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notified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starts 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01000" y="2331720"/>
            <a:ext cx="32004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22128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155448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16916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0936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Confirms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12724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delivery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12680" y="2331720"/>
            <a:ext cx="32004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Text 37"/>
          <p:cNvSpPr/>
          <p:nvPr/>
        </p:nvSpPr>
        <p:spPr>
          <a:xfrm>
            <a:off x="10241280" y="22128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21040" y="155448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0A65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823960" y="1691640"/>
            <a:ext cx="731520" cy="7315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2" name="Text 40"/>
          <p:cNvSpPr/>
          <p:nvPr/>
        </p:nvSpPr>
        <p:spPr>
          <a:xfrm>
            <a:off x="88239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32104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2104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1040" y="312724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payout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via M-Pesa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332720" y="155448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835640" y="16916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108356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033272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33272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Rates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32720" y="312724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submitted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663440"/>
            <a:ext cx="11795760" cy="594360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709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Edge Cases Handled:  Auto-release after 48h  •  Dispute locks funds  •  M-Pesa Reversal for refunds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KEY FEATURES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88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Built. Everything Working.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Identity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role system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/ Seller / Both roles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profile badges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83480" y="15819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0116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browse services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 &amp; price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+ top-rated highlights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61120" y="15819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Integration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0116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 Push v3 (Safaricom ET)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payout on release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API for refunds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System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931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transaction flow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auto-release logic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&amp; lock mechanism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333756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83480" y="35021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0" y="3931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suggestion engine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matching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may also like" recs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333756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961120" y="35021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3931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&amp; wallet balance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&amp; completed jobs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TECH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88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2011680"/>
            <a:ext cx="5486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121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57800" y="1645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0" y="2011680"/>
            <a:ext cx="5486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121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46304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410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0" y="1645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26880" y="2011680"/>
            <a:ext cx="5486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2121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ODM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00A65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8872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88720" y="3749040"/>
            <a:ext cx="548640" cy="36576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8587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Safaricom Daraja API (ET)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320040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25780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57800" y="3749040"/>
            <a:ext cx="54864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38587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scoring logic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320040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4108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32688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326880" y="3749040"/>
            <a:ext cx="5486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9326880" y="38587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role guards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800600"/>
            <a:ext cx="11612880" cy="548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Routes:  /api/auth  •  /api/services  •  /api/payments  •  /api/ratings  •  /api/dashboard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 MODELS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88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email, password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buyer|seller|both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skills[], rating, jobsCompleted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walletBalance, isVerified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E293B"/>
          </a:solidFill>
          <a:ln w="19050">
            <a:solidFill>
              <a:srgbClr val="00A6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1732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00A651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title, description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category, seller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totalRatings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ordersCompleted, deliveryDays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01168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buyer, seller, service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platformFee (5%)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5-state escrow flow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mpesaReceiptNumber, autoReleaseAt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26880" y="141732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141732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64040" y="201168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transaction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buyer, seller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(1–5), comment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avg recalculation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5074920"/>
            <a:ext cx="1188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Mongoose  •  All collections indexed  •  Atomic wallet updates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M-PESA INTEGRATION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88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Safaricom Ethiopia Daraja API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7490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00A65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3749040" cy="502920"/>
          </a:xfrm>
          <a:prstGeom prst="roundRect">
            <a:avLst>
              <a:gd name="adj" fmla="val 21818"/>
            </a:avLst>
          </a:prstGeom>
          <a:solidFill>
            <a:srgbClr val="00A65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 Push v3 (C2B)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/mpesa/stkpush/v3/processrequest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M-Pesa prompt on buyer phone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auto-normalized to 251XXXXXXXXX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 → status: in_escrow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fallback for demo mode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7490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417320"/>
            <a:ext cx="3749040" cy="50292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Payout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201168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029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/mpesa/b2c/v2/paymentrequest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542032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buyer confirms work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sellerAmount to seller phone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platform fee auto-deducted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Non-fatal — wallet credited if fails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417320"/>
            <a:ext cx="37490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417320"/>
            <a:ext cx="3749040" cy="502920"/>
          </a:xfrm>
          <a:prstGeom prst="roundRect">
            <a:avLst>
              <a:gd name="adj" fmla="val 21818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API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58200" y="201168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029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/mpesa/reversal/v2/request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2542032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dispute → refund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original M-Pesa transaction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real (non-simulated) payments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status locks funds first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303520"/>
            <a:ext cx="1161288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3095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Token: GET /v1/token/generate  •  Base URL: apisandbox.safaricom.et  •  Auto-fallback simulation if API unavailable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UI/UX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88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Pages. Clean. Mobile-First.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457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0391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cards, categories, search bar, trending section, AI recommendations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00A6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Post Service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457200" cy="36576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0391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wizard: Details → Pricing → Review. AI price suggestion. Earnings breakdown.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66760" y="1920240"/>
            <a:ext cx="457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0391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stepper, escrow badge, M-Pesa button, confirm/dispute/rate 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58978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9184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4572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776472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stats, wallet balance, active jobs, services management, transaction history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3154680"/>
            <a:ext cx="58978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29184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Profile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3657600"/>
            <a:ext cx="45720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3776472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Avatar, star rating, skills chips, wallet strip, quick links, edit mode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1188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  •  Mobile-first  •  Animated with custom keyframes  •  Dark/light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AI LAYER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88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But Simple AI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54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Suggestion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price in category =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= X ± 10%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Shown live while posting service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41605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206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price competitively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see fair market rates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141732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00A65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51960" y="1554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4340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Matching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26974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743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rating × 0.5 + activity × 0.3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category match × 0.2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 by composite 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41605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00A651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206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4434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find best talent fast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 get more visibility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41732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0" y="1554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32104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66760" y="26974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2743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5820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 views "Design"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show top-rated Design services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by rating + ordersCompleted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66760" y="41605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206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58200" y="4434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may also like" section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service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88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PesaSkill Makes Money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00A6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A651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commission on every completed transaction. Auto-deducted from escrow before payout.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41732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6002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2377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2743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service placement for higher visibility. Sellers pay monthly subscription.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41732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🏅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0515600" y="16002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66760" y="2377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2743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verification for freelancers. Builds trust and increases conversion rates.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88620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00A65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" y="4937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in EA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429768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00A65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2900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83280" y="4937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only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429768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00A65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4652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Countries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0" y="4937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Ethiopia, Kenya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Tanzania...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26880" y="429768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00A65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46404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$2B+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418320" y="4937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economy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LIVE 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88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Ahmed 👨‍🎨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88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student in Ethiopia who knows graphic design but has no way to earn money..."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5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96596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1938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posts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"Logo Design — KES 1,500"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5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96596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26280" y="1938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finds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542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marketplace, selects 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5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1938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542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"Pay with M-Pesa" → STK Push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26880" y="182880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5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64040" y="196596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27" name="Text 25"/>
          <p:cNvSpPr/>
          <p:nvPr/>
        </p:nvSpPr>
        <p:spPr>
          <a:xfrm>
            <a:off x="94640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61320" y="1938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holds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64040" y="2542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1,500 locked securely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3832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5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52044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508760" y="3493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works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4096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logo design files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33832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5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29000" y="352044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23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526280" y="3493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confirms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29000" y="4096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work → releases payment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33832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5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46520" y="352044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543800" y="3493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earns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46520" y="4096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1,425 sent via M-Pesa B2C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326880" y="33832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5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464040" y="352044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51" name="Text 49"/>
          <p:cNvSpPr/>
          <p:nvPr/>
        </p:nvSpPr>
        <p:spPr>
          <a:xfrm>
            <a:off x="94640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0584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0561320" y="3493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rates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464040" y="4096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stars — "Great work!"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WHY WE WIN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88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Win. Judging Checklist.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00A6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00A651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+ AI + M-Pesa in one platform. First of its kind for East African students.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41732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1581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15544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011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actual unemployment &amp; payment trust problems for 60M+ youth in East Africa.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41732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06840" y="1581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201400" y="15544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1120140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2011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React, Node.js, MongoDB, Safaricom Daraja API, JWT, escrow state machine.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24612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51560" y="34107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UI/UX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46120" y="33832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33832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840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animated, dark/light components, 5 complete pages, accessible design.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51960" y="324612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029200" y="34107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23760" y="33832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33832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0" y="3840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Ahmed's journey: skill → service → payment → income. Relatable, emotional, impactful.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324612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06840" y="34107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1201400" y="33832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11201400" y="33832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66760" y="3840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ready, 5% fee model, premium tiers, works with any M-Pesa market.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⚡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PesaSkill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→ Income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3200400" cy="457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hello@pesaskill.com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+251 777 564 882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731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"PesaSkill transforms skills into income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a trusted escrow system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M-Pesa payments, empowering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 work, earn, and grow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digital economy."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3611880"/>
            <a:ext cx="1097280" cy="4572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4069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ahmed@pesaskill.com  /  password123  (Seller)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4343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buyer@pesaskill.com  /  password123  (Buyer)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6177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david@pesaskill.com  /  password123  (Both)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PesaSkill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PesaSkill Pitch Deck</dc:title>
  <dc:subject>PesaSkill — AI-Powered Skill Marketplace</dc:subject>
  <dc:creator>PesaSkill</dc:creator>
  <cp:lastModifiedBy>PesaSkill</cp:lastModifiedBy>
  <cp:revision>1</cp:revision>
  <dcterms:created xsi:type="dcterms:W3CDTF">2026-03-28T10:46:34Z</dcterms:created>
  <dcterms:modified xsi:type="dcterms:W3CDTF">2026-03-28T10:46:34Z</dcterms:modified>
</cp:coreProperties>
</file>